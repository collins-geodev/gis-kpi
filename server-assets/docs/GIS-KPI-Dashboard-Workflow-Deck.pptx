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0" y="23957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IKEJA ELECTRIC PLC  ·  GIS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760720" y="272491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KPI Dashboard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760720" y="37124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i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Performance Workflow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42245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role-based KPI performance management for the GIS Team — Technical 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0" y="495604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Anyanwu</a:t>
            </a:r>
            <a:pPr algn="r" indent="0" marL="0">
              <a:buNone/>
            </a:pPr>
            <a:r>
              <a:rPr lang="en-US" sz="12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GIS Team, Ikeja Electric Plc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one backend — every score reproducible from activity and evidence.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85216" y="178308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GIS KPI Dashboard digitises how the GIS Team plans, measures and proves performance. Every employee carries five weighted KPIs from the approved 2026 workbook; every result is backed by captured activity and reviewable evidence; every official score is frozen as a reproducible snapshot.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5216" y="3401568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performance, review queue, analytics, data quality &amp; audit.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Workspace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activity, attach evidence, track your own score.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Exports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Excel &amp; PDF — the optional AI narrative only explains.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06440" y="1828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DF0E6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· evidence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1828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E1F1EC"/>
          </a:solidFill>
          <a:ln w="15240">
            <a:solidFill>
              <a:srgbClr val="0E7C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· approve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738360" y="1828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BECE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8360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· audit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02552" y="2880360"/>
            <a:ext cx="0" cy="566928"/>
          </a:xfrm>
          <a:prstGeom prst="line">
            <a:avLst/>
          </a:prstGeom>
          <a:noFill/>
          <a:ln w="19050">
            <a:solidFill>
              <a:srgbClr val="B4ACA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59368" y="2880360"/>
            <a:ext cx="0" cy="566928"/>
          </a:xfrm>
          <a:prstGeom prst="line">
            <a:avLst/>
          </a:prstGeom>
          <a:noFill/>
          <a:ln w="19050">
            <a:solidFill>
              <a:srgbClr val="B4ACA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625328" y="2880360"/>
            <a:ext cx="0" cy="566928"/>
          </a:xfrm>
          <a:prstGeom prst="line">
            <a:avLst/>
          </a:prstGeom>
          <a:noFill/>
          <a:ln w="19050">
            <a:solidFill>
              <a:srgbClr val="B4ACA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06440" y="3447288"/>
            <a:ext cx="5715000" cy="1051560"/>
          </a:xfrm>
          <a:prstGeom prst="roundRect">
            <a:avLst>
              <a:gd name="adj" fmla="val 608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447288"/>
            <a:ext cx="57150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BACKEND — SINGLE SOURCE OF TRUTH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catalogue · activities · evidence · approvals · snapshots · audit log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59368" y="4498848"/>
            <a:ext cx="0" cy="457200"/>
          </a:xfrm>
          <a:prstGeom prst="line">
            <a:avLst/>
          </a:prstGeom>
          <a:noFill/>
          <a:ln w="19050">
            <a:solidFill>
              <a:srgbClr val="B4ACA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495604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FFF7DD"/>
          </a:solidFill>
          <a:ln w="15240">
            <a:solidFill>
              <a:srgbClr val="7A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956048"/>
            <a:ext cx="3520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· email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application roles, least-privilege by design — enforced server-side in every backend function.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751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25296" y="1975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340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Org, users &amp; thresholds; the only role that locks periods or overrides — with reason.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493008" y="1828800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1024" y="1975104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19751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33088" y="1975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Admin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21024" y="2340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catalogue: targets, weights, formulas, imports and the data-quality queue.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1975104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751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975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28816" y="2340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team view; verifies evidence, approves scores and periods for their people.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308592" y="1828800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36608" y="1975104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19751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48672" y="19751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36608" y="2340864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evidence and recommends scores in scope; never approves periods.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85216" y="3419856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566160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661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25296" y="35661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393192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activity on their own five KPIs and attaches the evidence behind it.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493008" y="3419856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21024" y="3566160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35661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33088" y="35661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21024" y="393192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and only approved results; provisional numbers are never final.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400800" y="3419856"/>
            <a:ext cx="276148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3566160"/>
            <a:ext cx="420624" cy="310896"/>
          </a:xfrm>
          <a:prstGeom prst="roundRect">
            <a:avLst>
              <a:gd name="adj" fmla="val 14706"/>
            </a:avLst>
          </a:prstGeom>
          <a:solidFill>
            <a:srgbClr val="FBECE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356616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356616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28816" y="393192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6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audit log and score lineage; evidence metadata only.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585216" y="5120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roles ≠ job roles.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permissions are separate from roster job roles — granting Reviewer never changes anyone's KPI targets. Managers and reviewers can be scoped by employee, job role or location.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Catalogue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approved 2026 workbook to a living, versioned catalogue — nothing silently corrected.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93852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85216" y="26974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assignments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3852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6974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Team employees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82880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1344" y="193852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81344" y="26974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Job-role templates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9408" y="182880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938528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79408" y="269748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configured weight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" y="35204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AF6F0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source layer</a:t>
            </a:r>
            <a:endParaRPr lang="en-US" sz="11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workbook row is preserved exactly as written and mapped to a canonical, computable definition. Any anomaly — a blank frequency, a spelling variant, a unit mismatch — becomes an admin-approvable data-quality issue.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199632" y="35204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BECE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675888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8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 / 100 rule</a:t>
            </a:r>
            <a:endParaRPr lang="en-US" sz="11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employee's five weights total 80 points, not 100. Scores are shown against the true configured maximum everywhere and are never silently rebased — closing the gap is an explicit, audit-logged admin decision.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85216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KPIs per employee — each with a target, measurement mode, weight in points and an evidence requirement. Definitions are versioned; old scores keep the rules they were approved under.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Evidence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Mode-tailored forms — and no official score without approved evidence.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KPI &amp; period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employee's own assignments are offered.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9584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529584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9584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inputs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asks exactly what the measurement mode needs — never a typed-in percentage.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Autosaved and duplicate-warned; the provisional measurement recomputes instantly.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4272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62288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62288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62288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evidence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≤ 25 MB or links — categorised, versioned, tied to the measurement.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5216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 MODES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0253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0253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/ SLA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985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5449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7181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7181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8913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8913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506456" y="384048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06456" y="38404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" y="4526280"/>
            <a:ext cx="11100816" cy="1051560"/>
          </a:xfrm>
          <a:prstGeom prst="roundRect">
            <a:avLst>
              <a:gd name="adj" fmla="val 6957"/>
            </a:avLst>
          </a:prstGeom>
          <a:solidFill>
            <a:srgbClr val="FBECE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6817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gate.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approves or rejects each evidence item — rejection carries a written reason back to the employee. A KPI that requires evidence cannot be approved into an official score until its evidence is approved, and every restricted download is logged.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Approval &amp; Scoring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freezes a reproducible snapshot — the engine scores, the AI only explains.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recompute live as activity lands.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9584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529584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9584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checks the claim, the activity and the evidence.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period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only when evidence is approved and no data-quality issue blocks.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34272" y="1828800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62288" y="1975104"/>
            <a:ext cx="310896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62288" y="1975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62288" y="22860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frozen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 version + inputs — the same number recomputes months later.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216" y="3474720"/>
            <a:ext cx="11100816" cy="658368"/>
          </a:xfrm>
          <a:prstGeom prst="roundRect">
            <a:avLst>
              <a:gd name="adj" fmla="val 9722"/>
            </a:avLst>
          </a:prstGeom>
          <a:solidFill>
            <a:srgbClr val="FAF8F5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4747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D1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attainment = f(mode, inputs, target, direction)</a:t>
            </a:r>
            <a:pPr algn="l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1D1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clamp(0 … cap)</a:t>
            </a:r>
            <a:pPr algn="l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algn="l" indent="0" marL="0">
              <a:buNone/>
            </a:pPr>
            <a:r>
              <a:rPr lang="en-US" sz="1200" dirty="0">
                <a:solidFill>
                  <a:srgbClr val="1D1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weight points</a:t>
            </a:r>
            <a:pPr algn="l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over 5 KPIs (out of 80)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BANDS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" y="466344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E1F1EC"/>
          </a:solidFill>
          <a:ln w="15240">
            <a:solidFill>
              <a:srgbClr val="0E7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4663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Above Target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46634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FF7DD"/>
          </a:solidFill>
          <a:ln w="15240">
            <a:solidFill>
              <a:srgbClr val="7A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03904" y="46634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38928" y="46634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BECE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73952" y="46634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4F1EC"/>
          </a:solidFill>
          <a:ln w="15240">
            <a:solidFill>
              <a:srgbClr val="6E6A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663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are allowed — never quiet.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override requires a written reason, keeps the engine's number alongside, and is audit-logged. Locked periods accept no further change.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altitudes of oversight — all reading from the same approved snapshots.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360273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75104"/>
            <a:ext cx="3273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team score, the 80/100 gap made visible, evidence coverage, overdue periods and the review backlog.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52544" y="1828800"/>
            <a:ext cx="360273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7136" y="1975104"/>
            <a:ext cx="3273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scorecards with role and location comparison — always labelled with job role and configured weight, so comparisons stay fair.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19872" y="1828800"/>
            <a:ext cx="360273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84464" y="1975104"/>
            <a:ext cx="32735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Performance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employee's five KPIs: target, actual, attainment, weight, contribution — plus timeline, evidence gallery and score history.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5216" y="3886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workbench —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target-vs-actual, contribution waterfall, person × KPI heatmap, backlog ageing and score distributions. Every chart has a table alternative; every filter is a shareable URL.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" y="4617720"/>
            <a:ext cx="11100816" cy="1051560"/>
          </a:xfrm>
          <a:prstGeom prst="roundRect">
            <a:avLst>
              <a:gd name="adj" fmla="val 6957"/>
            </a:avLst>
          </a:prstGeom>
          <a:solidFill>
            <a:srgbClr val="FAF6F0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731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 provenance.  </a:t>
            </a:r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7-sheet typed Excel workbook and a deterministic PDF — with an optional AI narrative that only explains the engine's numbers, ships with a disclaimer and approval status, and records provider, model and prompt version in the audit log.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9509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auditable trail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5216" y="1225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day's work to a defensible score — every step attributable, timestamped and reviewable.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85416" y="19202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5973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973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59936" y="19202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34456" y="19202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08976" y="19202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1F1EC"/>
          </a:solidFill>
          <a:ln w="15240">
            <a:solidFill>
              <a:srgbClr val="0E7C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83496" y="192024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57816" y="1920240"/>
            <a:ext cx="1600200" cy="603504"/>
          </a:xfrm>
          <a:prstGeom prst="roundRect">
            <a:avLst>
              <a:gd name="adj" fmla="val 10606"/>
            </a:avLst>
          </a:prstGeom>
          <a:solidFill>
            <a:srgbClr val="ECEFF3"/>
          </a:solidFill>
          <a:ln w="15240">
            <a:solidFill>
              <a:srgbClr val="2E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7816" y="1920240"/>
            <a:ext cx="160020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" y="29260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05409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spc="200" kern="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 DASHBOARD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gis-kpi.vercel.app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Team · Review · Analytics · Reports · Audit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9260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305409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spc="200" kern="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WORKSPACE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gis-kpi.vercel.app/activities</a:t>
            </a:r>
            <a:endParaRPr lang="en-US" sz="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Capture · Evidence · Individual Performance · Profile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" y="443484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1F1EC"/>
          </a:solidFill>
          <a:ln w="15240">
            <a:solidFill>
              <a:srgbClr val="0E7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4434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14600" y="443484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DF0E6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4348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scored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9744" y="4434840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BECEC"/>
          </a:solidFill>
          <a:ln w="1524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34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&amp; exportable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" y="5120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E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  </a:t>
            </a:r>
            <a:pPr algn="l" indent="0" marL="0">
              <a:buNone/>
            </a:pPr>
            <a:r>
              <a:rPr lang="en-US" sz="1400" b="1" dirty="0">
                <a:solidFill>
                  <a:srgbClr val="1D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Anyanwu</a:t>
            </a:r>
            <a:pPr algn="l" indent="0" marL="0">
              <a:buNone/>
            </a:pPr>
            <a:r>
              <a:rPr lang="en-US" sz="1200" dirty="0">
                <a:solidFill>
                  <a:srgbClr val="6E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GIS Team, Ikeja Electric Plc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2026-08-16T19:15:21Z</dcterms:created>
  <dcterms:modified xsi:type="dcterms:W3CDTF">2026-08-16T19:15:21Z</dcterms:modified>
</cp:coreProperties>
</file>