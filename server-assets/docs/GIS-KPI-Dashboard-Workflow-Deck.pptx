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60720" y="239572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300" kern="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IKEJA ELECTRIC PLC  ·  GIS 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760720" y="2724912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7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KPI Dashboard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5760720" y="371246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i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&amp; Performance Workflow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760720" y="42245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Auditable, role-based KPI performance management for the GIS Team — Technical Services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760720" y="49560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Anyanwu</a:t>
            </a:r>
            <a:pPr algn="r" indent="0" marL="0">
              <a:buNone/>
            </a:pPr>
            <a:r>
              <a:rPr lang="en-US" sz="12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GIS Team, Ikeja Electric Plc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509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85216" y="12252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dashboard, one backend — every score reproducible from activity and evidence.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85216" y="1783080"/>
            <a:ext cx="457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GIS KPI Dashboard digitises how the GIS Team plans, measures and proves performance. Every employee carries five core KPIs from the approved 2026 workbook plus four shared non-core KPIs — 100 weighted points in all; every result is backed by captured activity and reviewable evidence; every official score is frozen as a reproducible snapshot.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85216" y="3401568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Dashboard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performance, review queue, analytics, data quality &amp; audit.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Workspace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activity, attach evidence, track your own score.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Exports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Excel &amp; PDF — the optional AI narrative only explains.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806440" y="1828800"/>
            <a:ext cx="1783080" cy="1051560"/>
          </a:xfrm>
          <a:prstGeom prst="roundRect">
            <a:avLst>
              <a:gd name="adj" fmla="val 6087"/>
            </a:avLst>
          </a:prstGeom>
          <a:solidFill>
            <a:srgbClr val="FDF0E6"/>
          </a:solidFill>
          <a:ln w="15240">
            <a:solidFill>
              <a:srgbClr val="ED7D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06440" y="1828800"/>
            <a:ext cx="178308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· evidence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0" y="1828800"/>
            <a:ext cx="1783080" cy="1051560"/>
          </a:xfrm>
          <a:prstGeom prst="roundRect">
            <a:avLst>
              <a:gd name="adj" fmla="val 6087"/>
            </a:avLst>
          </a:prstGeom>
          <a:solidFill>
            <a:srgbClr val="E1F1EC"/>
          </a:solidFill>
          <a:ln w="15240">
            <a:solidFill>
              <a:srgbClr val="0E7C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1828800"/>
            <a:ext cx="178308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· approve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738360" y="1828800"/>
            <a:ext cx="1783080" cy="1051560"/>
          </a:xfrm>
          <a:prstGeom prst="roundRect">
            <a:avLst>
              <a:gd name="adj" fmla="val 6087"/>
            </a:avLst>
          </a:prstGeom>
          <a:solidFill>
            <a:srgbClr val="FBECEC"/>
          </a:solidFill>
          <a:ln w="15240">
            <a:solidFill>
              <a:srgbClr val="C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38360" y="1828800"/>
            <a:ext cx="178308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· audit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702552" y="2880360"/>
            <a:ext cx="0" cy="566928"/>
          </a:xfrm>
          <a:prstGeom prst="line">
            <a:avLst/>
          </a:prstGeom>
          <a:noFill/>
          <a:ln w="19050">
            <a:solidFill>
              <a:srgbClr val="B4ACA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659368" y="2880360"/>
            <a:ext cx="0" cy="566928"/>
          </a:xfrm>
          <a:prstGeom prst="line">
            <a:avLst/>
          </a:prstGeom>
          <a:noFill/>
          <a:ln w="19050">
            <a:solidFill>
              <a:srgbClr val="B4ACA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0625328" y="2880360"/>
            <a:ext cx="0" cy="566928"/>
          </a:xfrm>
          <a:prstGeom prst="line">
            <a:avLst/>
          </a:prstGeom>
          <a:noFill/>
          <a:ln w="19050">
            <a:solidFill>
              <a:srgbClr val="B4ACA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806440" y="3447288"/>
            <a:ext cx="5715000" cy="1051560"/>
          </a:xfrm>
          <a:prstGeom prst="roundRect">
            <a:avLst>
              <a:gd name="adj" fmla="val 6087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06440" y="3447288"/>
            <a:ext cx="5715000" cy="1051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 BACKEND — SINGLE SOURCE OF TRUTH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catalogue · activities · evidence · approvals · snapshots · audit log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59368" y="4498848"/>
            <a:ext cx="0" cy="457200"/>
          </a:xfrm>
          <a:prstGeom prst="line">
            <a:avLst/>
          </a:prstGeom>
          <a:noFill/>
          <a:ln w="19050">
            <a:solidFill>
              <a:srgbClr val="B4ACA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903720" y="4956048"/>
            <a:ext cx="3520440" cy="658368"/>
          </a:xfrm>
          <a:prstGeom prst="roundRect">
            <a:avLst>
              <a:gd name="adj" fmla="val 9722"/>
            </a:avLst>
          </a:prstGeom>
          <a:solidFill>
            <a:srgbClr val="FFF7DD"/>
          </a:solidFill>
          <a:ln w="15240">
            <a:solidFill>
              <a:srgbClr val="7A5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03720" y="4956048"/>
            <a:ext cx="35204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7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· email notifications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509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&amp; Access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85216" y="12252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application roles, least-privilege by design — enforced server-side in every backend function.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828800"/>
            <a:ext cx="276148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975104"/>
            <a:ext cx="420624" cy="310896"/>
          </a:xfrm>
          <a:prstGeom prst="roundRect">
            <a:avLst>
              <a:gd name="adj" fmla="val 14706"/>
            </a:avLst>
          </a:prstGeom>
          <a:solidFill>
            <a:srgbClr val="FBECEC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751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25296" y="1975104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2340864"/>
            <a:ext cx="2505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Org, users &amp; thresholds; the only role that locks periods or overrides — with reason.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3493008" y="1828800"/>
            <a:ext cx="276148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21024" y="1975104"/>
            <a:ext cx="420624" cy="310896"/>
          </a:xfrm>
          <a:prstGeom prst="roundRect">
            <a:avLst>
              <a:gd name="adj" fmla="val 14706"/>
            </a:avLst>
          </a:prstGeom>
          <a:solidFill>
            <a:srgbClr val="FBECEC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1024" y="19751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33088" y="1975104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Admin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21024" y="2340864"/>
            <a:ext cx="2505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catalogue: targets, weights, formulas, imports and the data-quality queue.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6400800" y="1828800"/>
            <a:ext cx="276148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28816" y="1975104"/>
            <a:ext cx="420624" cy="310896"/>
          </a:xfrm>
          <a:prstGeom prst="roundRect">
            <a:avLst>
              <a:gd name="adj" fmla="val 14706"/>
            </a:avLst>
          </a:prstGeom>
          <a:solidFill>
            <a:srgbClr val="FBECEC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8816" y="19751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40880" y="1975104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28816" y="2340864"/>
            <a:ext cx="2505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team view; verifies evidence, approves scores and periods for their people.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9308592" y="1828800"/>
            <a:ext cx="276148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36608" y="1975104"/>
            <a:ext cx="420624" cy="310896"/>
          </a:xfrm>
          <a:prstGeom prst="roundRect">
            <a:avLst>
              <a:gd name="adj" fmla="val 14706"/>
            </a:avLst>
          </a:prstGeom>
          <a:solidFill>
            <a:srgbClr val="FBECEC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36608" y="19751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RV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948672" y="1975104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436608" y="2340864"/>
            <a:ext cx="2505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evidence and recommends scores in scope; never approves periods.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85216" y="3419856"/>
            <a:ext cx="276148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3566160"/>
            <a:ext cx="420624" cy="310896"/>
          </a:xfrm>
          <a:prstGeom prst="roundRect">
            <a:avLst>
              <a:gd name="adj" fmla="val 14706"/>
            </a:avLst>
          </a:prstGeom>
          <a:solidFill>
            <a:srgbClr val="FBECEC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566160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25296" y="3566160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13232" y="3931920"/>
            <a:ext cx="2505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activity on their own five KPIs and attaches the evidence behind it.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3493008" y="3419856"/>
            <a:ext cx="276148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21024" y="3566160"/>
            <a:ext cx="420624" cy="310896"/>
          </a:xfrm>
          <a:prstGeom prst="roundRect">
            <a:avLst>
              <a:gd name="adj" fmla="val 14706"/>
            </a:avLst>
          </a:prstGeom>
          <a:solidFill>
            <a:srgbClr val="FBECEC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1024" y="3566160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133088" y="3566160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Viewer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621024" y="3931920"/>
            <a:ext cx="2505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— and only approved results; provisional numbers are never final.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400800" y="3419856"/>
            <a:ext cx="2761488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28816" y="3566160"/>
            <a:ext cx="420624" cy="310896"/>
          </a:xfrm>
          <a:prstGeom prst="roundRect">
            <a:avLst>
              <a:gd name="adj" fmla="val 14706"/>
            </a:avLst>
          </a:prstGeom>
          <a:solidFill>
            <a:srgbClr val="FBECEC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28816" y="3566160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040880" y="3566160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528816" y="3931920"/>
            <a:ext cx="2505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audit log and score lineage; evidence metadata only.</a:t>
            </a:r>
            <a:endParaRPr lang="en-US" sz="960" dirty="0"/>
          </a:p>
        </p:txBody>
      </p:sp>
      <p:sp>
        <p:nvSpPr>
          <p:cNvPr id="39" name="Text 37"/>
          <p:cNvSpPr/>
          <p:nvPr/>
        </p:nvSpPr>
        <p:spPr>
          <a:xfrm>
            <a:off x="585216" y="512064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roles ≠ job roles.  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permissions are separate from roster job roles — granting Reviewer never changes anyone's KPI targets. Managers and reviewers can be scoped by employee, job role or location.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509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Catalogue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85216" y="12252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approved 2026 workbook to a living, versioned catalogue — nothing silently corrected.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828800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85216" y="193852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85216" y="269748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KPI assignments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93852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383280" y="269748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Team employees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1828800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81344" y="193852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181344" y="269748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Job-role templates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79408" y="1828800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79408" y="1938528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979408" y="2697480"/>
            <a:ext cx="2633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per person (80 core + 20 non-core)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5216" y="352044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AF6F0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675888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source layer</a:t>
            </a:r>
            <a:endParaRPr lang="en-US" sz="118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workbook row is preserved exactly as written and mapped to a canonical, computable definition. Any anomaly — a blank frequency, a spelling variant, a unit mismatch — becomes an admin-approvable data-quality issue.</a:t>
            </a:r>
            <a:endParaRPr lang="en-US" sz="1180" dirty="0"/>
          </a:p>
        </p:txBody>
      </p:sp>
      <p:sp>
        <p:nvSpPr>
          <p:cNvPr id="18" name="Shape 16"/>
          <p:cNvSpPr/>
          <p:nvPr/>
        </p:nvSpPr>
        <p:spPr>
          <a:xfrm>
            <a:off x="6199632" y="352044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BECEC"/>
          </a:solidFill>
          <a:ln w="15240">
            <a:solidFill>
              <a:srgbClr val="C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91656" y="3675888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80 + non-core 20 = 100</a:t>
            </a:r>
            <a:endParaRPr lang="en-US" sz="118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8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workbook's five core weights total 80 points, preserved verbatim. The remaining 20 points come from four shared non-core KPIs adopted from the 2025 workbook by an explicit, audit-logged decision — core and non-core labelled apart on every scorecard.</a:t>
            </a:r>
            <a:endParaRPr lang="en-US" sz="1180" dirty="0"/>
          </a:p>
        </p:txBody>
      </p:sp>
      <p:sp>
        <p:nvSpPr>
          <p:cNvPr id="20" name="Text 18"/>
          <p:cNvSpPr/>
          <p:nvPr/>
        </p:nvSpPr>
        <p:spPr>
          <a:xfrm>
            <a:off x="585216" y="5440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core KPIs per employee plus four shared non-core KPIs — safety hazard reporting, compliance recertification, internal customer satisfaction and training hours (5 points each). Definitions are versioned; old scores keep the rules they were approved under.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509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&amp; Evidence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85216" y="12252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Mode-tailored forms — and no official score without approved evidence.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82880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97510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751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22860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KPI &amp; period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employee's own assignments are offered.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82880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9584" y="197510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3529584" y="19751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29584" y="22860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inputs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asks exactly what the measurement mode needs — never a typed-in percentage.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45936" y="197510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6345936" y="19751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5936" y="22860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Autosaved and duplicate-warned; the provisional measurement recomputes instantly.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34272" y="182880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62288" y="197510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9162288" y="19751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62288" y="22860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evidence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≤ 25 MB or links — categorised, versioned, tied to the measurement.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85216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6A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MEASUREMENT MODES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85216" y="3840480"/>
            <a:ext cx="1298448" cy="310896"/>
          </a:xfrm>
          <a:prstGeom prst="roundRect">
            <a:avLst>
              <a:gd name="adj" fmla="val 17647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216" y="384048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002536" y="3840480"/>
            <a:ext cx="1298448" cy="310896"/>
          </a:xfrm>
          <a:prstGeom prst="roundRect">
            <a:avLst>
              <a:gd name="adj" fmla="val 17647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02536" y="384048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/ SLA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19856" y="3840480"/>
            <a:ext cx="1298448" cy="310896"/>
          </a:xfrm>
          <a:prstGeom prst="roundRect">
            <a:avLst>
              <a:gd name="adj" fmla="val 17647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19856" y="384048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37176" y="3840480"/>
            <a:ext cx="1298448" cy="310896"/>
          </a:xfrm>
          <a:prstGeom prst="roundRect">
            <a:avLst>
              <a:gd name="adj" fmla="val 17647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37176" y="384048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54496" y="3840480"/>
            <a:ext cx="1298448" cy="310896"/>
          </a:xfrm>
          <a:prstGeom prst="roundRect">
            <a:avLst>
              <a:gd name="adj" fmla="val 17647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54496" y="384048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71816" y="3840480"/>
            <a:ext cx="1298448" cy="310896"/>
          </a:xfrm>
          <a:prstGeom prst="roundRect">
            <a:avLst>
              <a:gd name="adj" fmla="val 17647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71816" y="384048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089136" y="3840480"/>
            <a:ext cx="1298448" cy="310896"/>
          </a:xfrm>
          <a:prstGeom prst="roundRect">
            <a:avLst>
              <a:gd name="adj" fmla="val 17647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89136" y="384048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Rubric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506456" y="3840480"/>
            <a:ext cx="1298448" cy="310896"/>
          </a:xfrm>
          <a:prstGeom prst="roundRect">
            <a:avLst>
              <a:gd name="adj" fmla="val 17647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06456" y="384048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85216" y="4526280"/>
            <a:ext cx="11100816" cy="1051560"/>
          </a:xfrm>
          <a:prstGeom prst="roundRect">
            <a:avLst>
              <a:gd name="adj" fmla="val 6957"/>
            </a:avLst>
          </a:prstGeom>
          <a:solidFill>
            <a:srgbClr val="FBECEC"/>
          </a:solidFill>
          <a:ln w="15240">
            <a:solidFill>
              <a:srgbClr val="C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46817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gate.  </a:t>
            </a:r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reviewer approves or rejects each evidence item — rejection carries a written reason back to the employee. A KPI that requires evidence cannot be approved into an official score until its evidence is approved, and every restricted download is logged.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509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Approval &amp; Scoring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85216" y="12252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freezes a reproducible snapshot — the engine scores, the AI only explains.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82880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97510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751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22860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recompute live as activity lands.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82880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9584" y="197510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3529584" y="19751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29584" y="22860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checks the claim, the activity and the evidence.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45936" y="197510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6345936" y="19751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5936" y="22860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period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Enabled only when evidence is approved and no data-quality issue blocks.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34272" y="1828800"/>
            <a:ext cx="26517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62288" y="1975104"/>
            <a:ext cx="310896" cy="274320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9162288" y="197510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62288" y="22860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frozen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 version + inputs — the same number recomputes months later.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85216" y="3474720"/>
            <a:ext cx="11100816" cy="658368"/>
          </a:xfrm>
          <a:prstGeom prst="roundRect">
            <a:avLst>
              <a:gd name="adj" fmla="val 9722"/>
            </a:avLst>
          </a:prstGeom>
          <a:solidFill>
            <a:srgbClr val="FAF8F5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47472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D1A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attainment = f(mode, inputs, target, direction)</a:t>
            </a:r>
            <a:pPr algn="l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  </a:t>
            </a:r>
            <a:pPr algn="l" indent="0" marL="0">
              <a:buNone/>
            </a:pPr>
            <a:r>
              <a:rPr lang="en-US" sz="1200" dirty="0">
                <a:solidFill>
                  <a:srgbClr val="1D1A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clamp(0 … cap)</a:t>
            </a:r>
            <a:pPr algn="l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  </a:t>
            </a:r>
            <a:pPr algn="l" indent="0" marL="0">
              <a:buNone/>
            </a:pPr>
            <a:r>
              <a:rPr lang="en-US" sz="1200" dirty="0">
                <a:solidFill>
                  <a:srgbClr val="1D1A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× weight points</a:t>
            </a:r>
            <a:pPr algn="l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  </a:t>
            </a:r>
            <a:pPr algn="l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 over all KPIs (out of 100)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E6A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BANDS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85216" y="4663440"/>
            <a:ext cx="1737360" cy="310896"/>
          </a:xfrm>
          <a:prstGeom prst="roundRect">
            <a:avLst>
              <a:gd name="adj" fmla="val 17647"/>
            </a:avLst>
          </a:prstGeom>
          <a:solidFill>
            <a:srgbClr val="E1F1EC"/>
          </a:solidFill>
          <a:ln w="15240">
            <a:solidFill>
              <a:srgbClr val="0E7C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5216" y="46634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/ Above Target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68880" y="4663440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FFF7DD"/>
          </a:solidFill>
          <a:ln w="15240">
            <a:solidFill>
              <a:srgbClr val="7A5A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68880" y="466344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803904" y="4663440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ED7D3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03904" y="466344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Risk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138928" y="4663440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FBECEC"/>
          </a:solidFill>
          <a:ln w="15240">
            <a:solidFill>
              <a:srgbClr val="C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38928" y="466344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73952" y="4663440"/>
            <a:ext cx="1188720" cy="310896"/>
          </a:xfrm>
          <a:prstGeom prst="roundRect">
            <a:avLst>
              <a:gd name="adj" fmla="val 17647"/>
            </a:avLst>
          </a:prstGeom>
          <a:solidFill>
            <a:srgbClr val="F4F1EC"/>
          </a:solidFill>
          <a:ln w="15240">
            <a:solidFill>
              <a:srgbClr val="6E6A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3952" y="466344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85216" y="5257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&amp; recalls — never quiet.  </a:t>
            </a:r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override requires a written reason and keeps the engine's number alongside; rejections and period approvals can be recalled via a post-action Undo. Everything is audit-logged, and locked periods accept no further change.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509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Reports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85216" y="12252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altitudes of oversight — all reading from the same approved snapshots.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828800"/>
            <a:ext cx="360273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975104"/>
            <a:ext cx="32735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team score out of 100 (core + non-core labelled apart), workflow posture, evidence coverage, overdue periods and the review backlog.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352544" y="1828800"/>
            <a:ext cx="360273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17136" y="1975104"/>
            <a:ext cx="32735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Performance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Sortable scorecards with role and location comparison — always labelled with job role and configured weight, so comparisons stay fair.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119872" y="1828800"/>
            <a:ext cx="360273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84464" y="1975104"/>
            <a:ext cx="32735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Performance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employee's KPIs: target, actual, attainment, weight, contribution — plus timeline, evidence gallery, score history and per-employee analytics with peer context.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85216" y="3886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workbench — </a:t>
            </a:r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trends, target-vs-actual, contribution waterfall, person × KPI heatmap, backlog ageing and score distributions. Every chart has a table alternative; every filter is a shareable URL.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" y="4617720"/>
            <a:ext cx="11100816" cy="1051560"/>
          </a:xfrm>
          <a:prstGeom prst="roundRect">
            <a:avLst>
              <a:gd name="adj" fmla="val 6957"/>
            </a:avLst>
          </a:prstGeom>
          <a:solidFill>
            <a:srgbClr val="FAF6F0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77316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with provenance.  </a:t>
            </a:r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7-sheet typed Excel workbook and a deterministic PDF with embedded engine-drawn charts (weighted-score and attainment bars by status band) — plus an optional AI narrative that only explains the engine's numbers, ships with a disclaimer and approval status, and records provider, model and prompt version in the audit log.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509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auditable trail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85216" y="122529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day's work to a defensible score — every step attributable, timestamped and reviewable.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920240"/>
            <a:ext cx="1600200" cy="603504"/>
          </a:xfrm>
          <a:prstGeom prst="roundRect">
            <a:avLst>
              <a:gd name="adj" fmla="val 10606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85216" y="1920240"/>
            <a:ext cx="160020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85416" y="192024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C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59736" y="1920240"/>
            <a:ext cx="1600200" cy="603504"/>
          </a:xfrm>
          <a:prstGeom prst="roundRect">
            <a:avLst>
              <a:gd name="adj" fmla="val 10606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9736" y="1920240"/>
            <a:ext cx="160020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59936" y="192024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C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34256" y="1920240"/>
            <a:ext cx="1600200" cy="603504"/>
          </a:xfrm>
          <a:prstGeom prst="roundRect">
            <a:avLst>
              <a:gd name="adj" fmla="val 10606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34256" y="1920240"/>
            <a:ext cx="160020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34456" y="192024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C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08776" y="1920240"/>
            <a:ext cx="1600200" cy="603504"/>
          </a:xfrm>
          <a:prstGeom prst="roundRect">
            <a:avLst>
              <a:gd name="adj" fmla="val 10606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08776" y="1920240"/>
            <a:ext cx="160020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08976" y="192024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C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83296" y="1920240"/>
            <a:ext cx="1600200" cy="603504"/>
          </a:xfrm>
          <a:prstGeom prst="roundRect">
            <a:avLst>
              <a:gd name="adj" fmla="val 10606"/>
            </a:avLst>
          </a:prstGeom>
          <a:solidFill>
            <a:srgbClr val="E1F1EC"/>
          </a:solidFill>
          <a:ln w="15240">
            <a:solidFill>
              <a:srgbClr val="0E7C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83296" y="1920240"/>
            <a:ext cx="160020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83496" y="192024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C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957816" y="1920240"/>
            <a:ext cx="1600200" cy="603504"/>
          </a:xfrm>
          <a:prstGeom prst="roundRect">
            <a:avLst>
              <a:gd name="adj" fmla="val 10606"/>
            </a:avLst>
          </a:prstGeom>
          <a:solidFill>
            <a:srgbClr val="ECEFF3"/>
          </a:solidFill>
          <a:ln w="15240">
            <a:solidFill>
              <a:srgbClr val="2E3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57816" y="1920240"/>
            <a:ext cx="160020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5216" y="29260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05409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50" b="1" spc="200" kern="0" dirty="0">
                <a:solidFill>
                  <a:srgbClr val="6E6A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MANAGEMENT DASHBOARD</a:t>
            </a:r>
            <a:endParaRPr lang="en-US" sz="9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gis-kpi.vercel.app</a:t>
            </a:r>
            <a:endParaRPr lang="en-US" sz="9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· Team · Review · Analytics · Reports · Audit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9632" y="2926080"/>
            <a:ext cx="53949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4E0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91656" y="305409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50" b="1" spc="200" kern="0" dirty="0">
                <a:solidFill>
                  <a:srgbClr val="6E6A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EMPLOYEE WORKSPACE</a:t>
            </a:r>
            <a:endParaRPr lang="en-US" sz="9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C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gis-kpi.vercel.app/activities</a:t>
            </a:r>
            <a:endParaRPr lang="en-US" sz="95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Capture · Evidence · Individual Performance · Profile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85216" y="4434840"/>
            <a:ext cx="1783080" cy="310896"/>
          </a:xfrm>
          <a:prstGeom prst="roundRect">
            <a:avLst>
              <a:gd name="adj" fmla="val 17647"/>
            </a:avLst>
          </a:prstGeom>
          <a:solidFill>
            <a:srgbClr val="E1F1EC"/>
          </a:solidFill>
          <a:ln w="15240">
            <a:solidFill>
              <a:srgbClr val="0E7C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5216" y="443484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514600" y="4434840"/>
            <a:ext cx="2148840" cy="310896"/>
          </a:xfrm>
          <a:prstGeom prst="roundRect">
            <a:avLst>
              <a:gd name="adj" fmla="val 17647"/>
            </a:avLst>
          </a:prstGeom>
          <a:solidFill>
            <a:srgbClr val="FDF0E6"/>
          </a:solidFill>
          <a:ln w="15240">
            <a:solidFill>
              <a:srgbClr val="ED7D3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14600" y="44348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Deterministically scored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09744" y="4434840"/>
            <a:ext cx="1965960" cy="310896"/>
          </a:xfrm>
          <a:prstGeom prst="roundRect">
            <a:avLst>
              <a:gd name="adj" fmla="val 17647"/>
            </a:avLst>
          </a:prstGeom>
          <a:solidFill>
            <a:srgbClr val="FBECEC"/>
          </a:solidFill>
          <a:ln w="15240">
            <a:solidFill>
              <a:srgbClr val="C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9744" y="443484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&amp; exportable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85216" y="5120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E6A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Prepared by   </a:t>
            </a:r>
            <a:pPr algn="l" indent="0" marL="0">
              <a:buNone/>
            </a:pPr>
            <a:r>
              <a:rPr lang="en-US" sz="1400" b="1" dirty="0">
                <a:solidFill>
                  <a:srgbClr val="1D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Anyanwu</a:t>
            </a:r>
            <a:pPr algn="l" indent="0" marL="0">
              <a:buNone/>
            </a:pPr>
            <a:r>
              <a:rPr lang="en-US" sz="1200" dirty="0">
                <a:solidFill>
                  <a:srgbClr val="6E6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GIS Team, Ikeja Electric Plc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2026-08-19T09:14:57Z</dcterms:created>
  <dcterms:modified xsi:type="dcterms:W3CDTF">2026-08-19T09:14:57Z</dcterms:modified>
</cp:coreProperties>
</file>